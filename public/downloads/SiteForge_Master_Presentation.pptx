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judges! Today we present SiteForge: an autonomous verified AI website builder that transforms user prompts into production-grade multi-page websites verified by Playwright browser testing and grounded web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AI website builders suffer from 3 critical flaws: hallucinating fake facts, generating dead links and 404 pages, and destroying adjacent layout sections during visual edits. SiteForge solves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SiteForge introduces verified web architecture. We combine real-time web research, Playwright automated browser verification, SHA-256 section proofs, and 1-click zero-lockin ZIP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4-step pipeline: Intake &amp; Web Research via Tavily/DuckDuckGo, Zod Spec synthesis via Groq Llama-3.3-70B, multi-page HTML compilation, and SSE streaming progress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 U1: Before export is permitted, Playwright headless Chromium crawls every page, button, and form across mobile 375px and desktop 1280px viewports to assert 0 dead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U2 &amp; U3: Grounded RAG citations attach source links to factual claims. Any unverified numerical stat or price is flagged with a visible 'Needs Review' badge in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 U4: Zero-collateral section editing uses JSON Patch and SHA-256 checksums to modify target sections while mathematically proving non-target sections remain 100% byte-identical.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SiteForge features a Hostinger-style template gallery with 12 distinct categories. Each template can be inspected in a live preview sandbox and customized with 1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Knowledge Library allows students and researchers to upload PDFs and study notes. SiteForge constructs revision sites and study flashcards grounded in exact source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U14 &amp; U15: Built for India-first localization with native English, Telugu, and Hindi generation, Web Speech API voice input, INR formatting, UPI QR payments, and WhatsApp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U7, U17, U18: Includes automated sitemap.xml, Schema.org JSON-LD data, WCAG 2.2 AA contrast auditing, and honest security scanning for CSP meta tags and script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U5, U9, U12: Project Dashboard displays verification pass rate (100%), version history timeline (v1, v2) with 1-click rollback, and real-time form submission inbox.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SiteForge is engineered on a 100% free-tier stack using Next.js 15, Groq Llama-3.3-70B for fast inference, Tavily for web search, and Playwright for automated browser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U10 &amp; U19: SiteForge outputs 100% offline-ready HTML/CSS/JS ZIP packages with zero vendor lock-in and free deployment guides for Vercel, Netlify, and GitHub Pages.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97316"/>
                </a:solidFill>
              </a:defRPr>
            </a:pPr>
            <a:r>
              <a:t>SiteForge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Autonomous Verified AI Website Builder &amp; Hostinger-Style Template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Master Presentation Pitch Deck (14 Slides)  |  Build websites you can trust — verified down to the byte.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02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The Problem: Flaws of Current AI Website Builders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EF4444"/>
                </a:solidFill>
              </a:defRPr>
            </a:pPr>
            <a:r>
              <a:t>PROBLEM: UNVERIFIED DATA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1. Hallucinated Facts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Generic AI tools invent dummy phone numbers, non-existent addresses, and unbacked corporate awards.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EF4444"/>
                </a:solidFill>
              </a:defRPr>
            </a:pPr>
            <a:r>
              <a:t>PROBLEM: BROKEN CODE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2. Dead Links &amp; 404 Pages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Generated websites frequently contain unlinked CTA buttons, missing subpages, and broken contact 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EF4444"/>
                </a:solidFill>
              </a:defRPr>
            </a:pPr>
            <a:r>
              <a:t>PROBLEM: SIDE-EFFECTS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3. Overwrite Damage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Prompting an AI to edit one section often mutates or destroys adjacent, perfectly styled sections.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03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Our Solution: SiteForge Core Value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ACCURACY GUARANTEE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Grounded RAG Grounding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Fetches live web facts via Tavily API. All factual claims carry source citations or an explicit 'Needs Review' marker.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VERIFIED CODE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Playwright Link Audit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Headless browser crawls every subpage, button, and form across desktop &amp; mobile viewports (0 dead links).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100% CODE OWNERSHIP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Zero Lock-In Export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Download standard offline-ready HTML5, CSS3, JS, and JSON spec files with zero vendor lock-in.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04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System Architecture &amp; Multi-Agent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3B82F6"/>
                </a:solidFill>
              </a:defRPr>
            </a:pPr>
            <a:r>
              <a:t>RESEARCH PHASE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Step 01: Web Research Engine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Tavily API &amp; DuckDuckGo scrape live facts and business details to construct factual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3B82F6"/>
                </a:solidFill>
              </a:defRPr>
            </a:pPr>
            <a:r>
              <a:t>SPEC CONTRACT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Step 02: Zod Spec Synthesis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Groq Llama-3.3-70B synthesizes structured JSON contract validated against Zod schema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3B82F6"/>
                </a:solidFill>
              </a:defRPr>
            </a:pPr>
            <a:r>
              <a:t>CODE SYNTHESIS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Step 03: Code Generation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Multi-page compiler renders index.html, about.html, services.html, contact.html, styles.css, script.js.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05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Automated Playwright Link &amp; Responsive Audit (U1)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</a:defRPr>
            </a:pPr>
            <a:r>
              <a:t>LINK CRAWLER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Headless Browser Crawl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Executes automated Playwright instances checking all &lt;a&gt; tags, CTA buttons, and form submit handlers.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</a:defRPr>
            </a:pPr>
            <a:r>
              <a:t>RESPONSIVE AUDIT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Multi-Viewport Audit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Simulates rendering at Mobile (375px), Tablet (768px), and Desktop (1280px) breakpoints.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</a:defRPr>
            </a:pPr>
            <a:r>
              <a:t>APPROVAL GATE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Human Approval Gate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Disables export button until verification checklist passes 100% of link and viewport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06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Evidence Grounding &amp; Hallucination Guard (U2, U3)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A855F7"/>
                </a:solidFill>
              </a:defRPr>
            </a:pPr>
            <a:r>
              <a:t>EVIDENCE PASS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Web Search Grounding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Attaches verified source URLs to factual business descriptions, pricing, and service offerings.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A855F7"/>
                </a:solidFill>
              </a:defRPr>
            </a:pPr>
            <a:r>
              <a:t>HALLUCINATION FLAG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Hallucination Guard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Scans generated output for unverified numerical statistics or claims and flags them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A855F7"/>
                </a:solidFill>
              </a:defRPr>
            </a:pPr>
            <a:r>
              <a:t>HUMAN-IN-THE-LOOP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Needs Review Marker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Renders prominent UI badges on unverified fields to prompt human review before final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07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Visual Studio &amp; SHA-256 Section Locking (U4)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VISUAL EDITOR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Point-and-Click Studio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Edit text inline, swap theme colors, or adjust layout parameters directly on the live canvas.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ISOLATION CONTROL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Section Locking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Lock specific sections to prevent AI prompts from altering verified component layouts.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HASH INTEGRITY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SHA-256 Hash Auditing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Computes SHA-256 hashes before/after edits to mathematically prove zero collateral damage.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08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Hostinger-Style Starter Template Engine (12 Categories)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3B82F6"/>
                </a:solidFill>
              </a:defRPr>
            </a:pPr>
            <a:r>
              <a:t>TEMPLATE GALLERY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12 Category Suite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Portfolio, SaaS Startup, Restaurant, Clinic, Law Firm, E-commerce, NGO, Real Estate, Education, Photography, Agency, Blog.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3B82F6"/>
                </a:solidFill>
              </a:defRPr>
            </a:pPr>
            <a:r>
              <a:t>LIVE PREVIEW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Interactive Sandbox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Inspect fully rendered static templates in sandboxed iframe viewports prior to customization.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3B82F6"/>
                </a:solidFill>
              </a:defRPr>
            </a:pPr>
            <a:r>
              <a:t>ONE-CLICK DEPLOY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1-Click Customization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Pre-loads structured category specifications into the AI builder for 10-second site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09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Student Knowledge Library &amp; RAG Document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</a:defRPr>
            </a:pPr>
            <a:r>
              <a:t>RAG INGESTION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PDF &amp; Note Ingestion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Upload course notes, research PDFs, or study guides to construct structured knowledge bases.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</a:defRPr>
            </a:pPr>
            <a:r>
              <a:t>FLASHCARD GENERATOR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Grounded Study Guides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Generates interactive flashcards and revision sites carrying exact page and chunk citations.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</a:defRPr>
            </a:pPr>
            <a:r>
              <a:t>STRICT CITATIONS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Zero-Hallucination Fallback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Outputs 'Not found in uploaded sources' instead of inventing false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10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India-First Localization &amp; Voice Input (U14, U15)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INDIC LOCALIZATION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Multi-Lingual Generation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Native site generation &amp; UI toggles for English, Telugu (తెలుగు), and Hindi (हिन्दी).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VOICE INPUT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Voice-to-Website Input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Web Speech API integration for hands-free prompt entry in Telugu &amp; English.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LOCAL PAYMENTS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UPI &amp; WhatsApp Integration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Generates working UPI QR payment links and direct WhatsApp action contact buttons.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11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SEO Package, WCAG Accessibility &amp; Security Scanner (U7, U17, U18)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A855F7"/>
                </a:solidFill>
              </a:defRPr>
            </a:pPr>
            <a:r>
              <a:t>SEARCH OPTIMIZATION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SEO Engine (U17)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Generates sitemap.xml, robots.txt, and Schema.org JSON-LD structured data tags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A855F7"/>
                </a:solidFill>
              </a:defRPr>
            </a:pPr>
            <a:r>
              <a:t>WCAG 2.2 AA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Accessibility Audit (U18)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Audits text contrast ratios, image alt attributes, and keyboard focus states with auto-fixes.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A855F7"/>
                </a:solidFill>
              </a:defRPr>
            </a:pPr>
            <a:r>
              <a:t>SECURITY AUDIT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Security Scanner (U7)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Scans for inline script injection, external CDN risks, and enforces Content Security Policies.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12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Project Dashboard &amp; Version Rollback (U5, U9, U12)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3B82F6"/>
                </a:solidFill>
              </a:defRPr>
            </a:pPr>
            <a:r>
              <a:t>INSIGHTS HUB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Project Dashboard (U9)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Monitors active projects, verification pass rates (100%), section edit counts, and site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3B82F6"/>
                </a:solidFill>
              </a:defRPr>
            </a:pPr>
            <a:r>
              <a:t>REVISION CONTROL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Version Rollback (U5)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Maintains immutable version history timeline (v1, v2, v3) with 1-click instant rollback.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3B82F6"/>
                </a:solidFill>
              </a:defRPr>
            </a:pPr>
            <a:r>
              <a:t>DATA INBOX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Form Submissions Inbox (U12)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Logs inbound contact form submissions in real-time under the project dashboard.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13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Tech Stack &amp; 100% Free-Tier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</a:defRPr>
            </a:pPr>
            <a:r>
              <a:t>CORE FRAMEWORK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Frontend &amp; Server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Next.js 15 App Router, React 19, TypeScript, Tailwind CSS, Lucide Icons.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</a:defRPr>
            </a:pPr>
            <a:r>
              <a:t>LLM &amp; RAG ENGINE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AI &amp; Web Search Stack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Groq Free Tier (Llama-3.3-70B), OpenRouter Free Tier, Tavily Search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F97316"/>
                </a:solidFill>
              </a:defRPr>
            </a:pPr>
            <a:r>
              <a:t>TESTING SUITE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Testing &amp; Automation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Playwright Chromium, FFmpeg Static, Google Text-to-Speech 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SLIDE 14 | SITEFORGE VERIFIED AI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Conclusion, Offline ZIP Export &amp; Q&amp;A (U10, U19)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CODE OWNERSHIP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Zero Lock-In Export (U10)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Download standard offline-ready HTML5, CSS, JS, and JSON spec files in a clean ZIP package.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FREE HOSTING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Free Deploy Kit (U19)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Includes 1-click deployment guides for GitHub Pages, Netlify, Vercel, and Cloudflare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1">
                <a:solidFill>
                  <a:srgbClr val="3B82F6"/>
                </a:solidFill>
              </a:defRPr>
            </a:pPr>
            <a:r>
              <a:t>LIVE DEMO READY</a:t>
            </a:r>
          </a:p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</a:defRPr>
            </a:pPr>
            <a:r>
              <a:t>Thank You &amp; Q&amp;A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Thank you for reviewing SiteForge! We invite your questions and welcome you to try our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