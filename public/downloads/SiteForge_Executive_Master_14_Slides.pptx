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judges and audience! Today we present SiteForge: an autonomous verified AI website builder that transforms user prompts and live web research into production-grade multi-page websites verified by Playwright browser testing and grounded web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AI website builders suffer from 3 critical flaws: hallucinating fake facts, generating dead links and 404 pages, and destroying adjacent layout sections during visual edits. SiteForge solves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SiteForge introduces verified web architecture. We combine real-time web research, Playwright automated browser verification, SHA-256 section proofs, and 1-click zero-lockin ZIP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4-step pipeline: Intake &amp; Web Research via Tavily/DuckDuckGo, Zod Spec synthesis via Groq Llama-3.3-70B, multi-page HTML compilation, and SSE streaming progress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 U1: Before export is permitted, Playwright headless Chromium crawls every page, button, and form across mobile 375px and desktop 1280px viewports to assert 0 dead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U2 &amp; U3: Grounded RAG citations attach source links to factual claims. Any unverified numerical stat or price is flagged with a visible 'Needs Review' badge in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 U4: Zero-collateral section editing uses JSON Patch and SHA-256 checksums to modify target sections while mathematically proving non-target sections remain 100% byte-identical.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SiteForge features a Hostinger-style template gallery with 12 distinct categories. Each template can be inspected in a live preview sandbox and customized with 1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Knowledge Library allows students and researchers to upload PDFs and study notes. SiteForge constructs revision sites and study flashcards grounded in exact source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U14 &amp; U15: Built for India-first localization with native English, Telugu, and Hindi generation, Web Speech API voice input, INR formatting, UPI QR payments, and WhatsApp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U7, U17, U18: Includes automated sitemap.xml, Schema.org JSON-LD data, WCAG 2.2 AA contrast auditing, and honest security scanning for CSP meta tags and script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U5, U9, U12: Project Dashboard displays verification pass rate (100%), version history timeline (v1, v2) with 1-click rollback, and real-time form submission 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SiteForge is engineered on a 100% free-tier stack using Next.js 15, Groq Llama-3.3-70B for fast inference, Tavily for web search, and Playwright for automated browser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U10 &amp; U19: SiteForge outputs 100% offline-ready HTML/CSS/JS ZIP packages with zero vendor lock-in and free deployment guides for Vercel, Netlify, and GitHub Pages.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3840480" cy="365760"/>
          </a:xfrm>
          <a:prstGeom prst="roundRect">
            <a:avLst/>
          </a:prstGeom>
          <a:solidFill>
            <a:srgbClr val="1A264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• AUTONOMOUS VERIFIED AI WEBSITE BUILDER v2.4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200" b="1">
                <a:solidFill>
                  <a:srgbClr val="FFFFFF"/>
                </a:solidFill>
              </a:defRPr>
            </a:pPr>
            <a:r>
              <a:t>SiteForge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6B6D4"/>
                </a:solidFill>
              </a:defRPr>
            </a:pPr>
            <a:r>
              <a:t>Autonomous Verified AI Website Builder &amp; Hostinger-Style Template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E2E8F0"/>
                </a:solidFill>
              </a:defRPr>
            </a:pPr>
            <a:r>
              <a:t>"Build websites you can trust — verified down to the byte."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37760"/>
            <a:ext cx="1920240" cy="365760"/>
          </a:xfrm>
          <a:prstGeom prst="roundRect">
            <a:avLst/>
          </a:prstGeom>
          <a:solidFill>
            <a:srgbClr val="121A2F"/>
          </a:solidFill>
          <a:ln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E2E8F0"/>
                </a:solidFill>
              </a:defRPr>
            </a:pPr>
            <a:r>
              <a:t>Next.js 15 App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937760"/>
            <a:ext cx="1920240" cy="365760"/>
          </a:xfrm>
          <a:prstGeom prst="roundRect">
            <a:avLst/>
          </a:prstGeom>
          <a:solidFill>
            <a:srgbClr val="121A2F"/>
          </a:solidFill>
          <a:ln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E2E8F0"/>
                </a:solidFill>
              </a:defRPr>
            </a:pPr>
            <a:r>
              <a:t>Groq Llama-3.3-70B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937760"/>
            <a:ext cx="1920240" cy="365760"/>
          </a:xfrm>
          <a:prstGeom prst="roundRect">
            <a:avLst/>
          </a:prstGeom>
          <a:solidFill>
            <a:srgbClr val="121A2F"/>
          </a:solidFill>
          <a:ln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E2E8F0"/>
                </a:solidFill>
              </a:defRPr>
            </a:pPr>
            <a:r>
              <a:t>Playwright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4937760"/>
            <a:ext cx="1920240" cy="365760"/>
          </a:xfrm>
          <a:prstGeom prst="roundRect">
            <a:avLst/>
          </a:prstGeom>
          <a:solidFill>
            <a:srgbClr val="121A2F"/>
          </a:solidFill>
          <a:ln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E2E8F0"/>
                </a:solidFill>
              </a:defRPr>
            </a:pPr>
            <a:r>
              <a:t>Grounded RAG Citations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937760"/>
            <a:ext cx="1920240" cy="365760"/>
          </a:xfrm>
          <a:prstGeom prst="roundRect">
            <a:avLst/>
          </a:prstGeom>
          <a:solidFill>
            <a:srgbClr val="121A2F"/>
          </a:solidFill>
          <a:ln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E2E8F0"/>
                </a:solidFill>
              </a:defRPr>
            </a:pPr>
            <a:r>
              <a:t>1-Click Offline 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MARKET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The 3 Critical Flaws of Existing AI Website Builders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Why 84% of AI-generated websites require complete manual rewrites before production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43F5E"/>
                </a:solidFill>
              </a:defRPr>
            </a:pPr>
            <a:r>
              <a:t>01  |  UNVERIFIED CONTENT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Hallucinated Facts &amp; Claims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Generic LLM builders fabricate phone numbers, non-existent addresses, and unbacked corporate awards that misrepresent real businesses.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43F5E"/>
                </a:solidFill>
              </a:defRPr>
            </a:pPr>
            <a:r>
              <a:t>02  |  BROKEN INTERACTION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Dead Links &amp; 404 Form Submits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Generated code is littered with dead anchor tags, missing subpages, unlinked CTA buttons, and mock forms that fail to handle user inputs.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43F5E"/>
                </a:solidFill>
              </a:defRPr>
            </a:pPr>
            <a:r>
              <a:t>03  |  SIDE-EFFECT MUTATIONS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Overwrite &amp; Collateral Damage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Prompting an AI to edit a single paragraph frequently mutates, restyles, or breaks surrounding, perfectly styled layout components.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CORE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The SiteForge Solution: Architecture Built on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Bridging the trust gap between generative AI prototypes and production-ready deployments.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01  |  FACTUAL CITATIONS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Grounded Web Research (RAG)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Tavily &amp; DuckDuckGo APIs search live sources. Every generated business fact carries an active URL citation or explicit 'Needs Review' flag.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02  |  0 DEAD LINKS GUARANTEE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Playwright Engine Verification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Headless browser automatically crawls every internal page, CTA button, and form across desktop (1280px) and mobile (375px) viewports.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366F1"/>
                </a:solidFill>
              </a:defRPr>
            </a:pPr>
            <a:r>
              <a:t>03  |  ZERO-COLLATERAL EDITS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SHA-256 Section Isolation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Mathematical checksums assert that editing section A leaves sections B, C, and D 100% byte-identical with zero collateral overwrite.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Autonomous Multi-Agent Generation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How SiteForge progresses from natural language prompt to a verified multi-page codebase.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</a:defRPr>
            </a:pPr>
            <a:r>
              <a:t>STAGE 01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Web Research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Executes real-time Tavily API queries to gather verified facts, competitor context, and business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46888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366F1"/>
                </a:solidFill>
              </a:defRPr>
            </a:pPr>
            <a:r>
              <a:t>STAGE 02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Zod Schema Synthesis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Groq Llama-3.3-70B synthesizes a structured SiteSpec contract validated strictly by TypeScript Zod schemas.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46888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STAGE 03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Multi-Page Compiler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Compiles index.html, about.html, services.html, contact.html, styles.css, script.js with working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011680"/>
            <a:ext cx="246888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28600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STAGE 04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Browser Verification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Playwright executes headless browser test suite; passes human approval gate before enabling 1-click export.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QUALITY ASSURANCE (METRIC U1)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Automated Playwright Crawl &amp; Accessibility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Guaranteed zero 404 links, verified form submission handlers, and WCAG AA contrast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01  |  0 DEAD LINKS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100% Link &amp; Form Crawl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Automatically clicks all anchor elements, navigation menus, and validates that contact forms log submissions without broken routes.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02  |  MULTI-VIEWPORT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Responsive Viewport Suite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Tests mobile (375px), tablet (768px), and desktop (1280px) viewports to guarantee fluid layout scaling without horizontal overflow.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59E0B"/>
                </a:solidFill>
              </a:defRPr>
            </a:pPr>
            <a:r>
              <a:t>03  |  ACCESSIBILITY PASS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WCAG 2.2 AA Contrast Audit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Evaluates foreground/background text contrast across both light and dark themes to ensure strict accessibility compliance.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CONTENT INTEGRITY (METRICS U2, U3)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Evidence-Backed Content &amp; Hallucination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Replacing fabricated AI claims with verifiable web research citations and human approval flags.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01  |  CITATION ATTACHMENT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Source Grounding Engine (U2)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Every corporate claim, pricing figure, or service feature carries active hyperlinked citations to scraped knowledge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59E0B"/>
                </a:solidFill>
              </a:defRPr>
            </a:pPr>
            <a:r>
              <a:t>02  |  HEURISTIC SCANNER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Hallucination Guard (U3)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Heuristic scanner flags ungrounded numerical metrics, awards, or assertions with prominent 'Needs Review' warning pills.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366F1"/>
                </a:solidFill>
              </a:defRPr>
            </a:pPr>
            <a:r>
              <a:t>03  |  HUMAN-IN-THE-LOOP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Human Approval Gate (U6)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Download export button remains locked until the user acknowledges verified sources and resolves unreviewed markers.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PRECISION EDITING (METRIC U4)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Visual Studio &amp; SHA-256 Zero-Collateral Editing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Point-and-click edits and bounded AI refinement with mathematical layout integrity proofs.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01  |  INLINE STUDIO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Point-and-Click Visual Canvas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Edit text inline, swap typography tokens, modify color palettes, and toggle section visibility with instantaneous live preview.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366F1"/>
                </a:solidFill>
              </a:defRPr>
            </a:pPr>
            <a:r>
              <a:t>02  |  SCOPED INFERENCE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Section-Bounded AI Prompts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Instruct the AI to rewrite only the Hero or Testimonials without letting the model modify or touch other sections.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03  |  INTEGRITY GUARANTEE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SHA-256 Checksum Proofs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Calculates SHA-256 hashes before and after edits. Proves that non-target components remain 100% byte-identical.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Hostinger-Style Starter Template Gallery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12 curated, visually distinct categories for instant deployment and customization.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366F1"/>
                </a:solidFill>
              </a:defRPr>
            </a:pPr>
            <a:r>
              <a:t>01  |  CURATED TEMPLATES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12 Category Showcase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Portfolio, SaaS Startup, Restaurant, Medical Clinic, Law Firm, E-commerce, NGO, Real Estate, Education, Photography, Agency, Blog.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02  |  INTERACTIVE PREVIEWS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Sandboxed Iframe Previews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Each template runs inside an isolated iframe sandbox, allowing users to test interactions and responsive views before selecting.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59E0B"/>
                </a:solidFill>
              </a:defRPr>
            </a:pPr>
            <a:r>
              <a:t>03  |  RAPID FORKING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1-Click 'Use Template'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Instantly clones template specifications into the AI builder, enabling complete content adaptation in under 15 seconds.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ACADEMIC RESEARCH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Student Knowledge Library &amp; RAG Document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Transform lecture notes, research papers, and textbooks into verified revision websites.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59E0B"/>
                </a:solidFill>
              </a:defRPr>
            </a:pPr>
            <a:r>
              <a:t>01  |  DOCUMENT INGESTION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PDF &amp; Note Vector Ingestion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Upload syllabi, lecture slides, and PDF chapters. SiteForge parses and chunks source materials into grounded retrieval blocks.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02  |  STUDY PLATFORMS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Grounded Study Flashcards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Synthesizes interactive revision quizzes, summary cheat sheets, and flashcards carrying exact document page citations.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03  |  ACADEMIC INTEGRITY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Zero-Hallucination Guardrail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Strictly bounds answers to uploaded materials. If a topic is absent, it displays 'Not found in uploaded source' rather than fabricating.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ACCESSIBILITY &amp; COMMERCE (METRICS U14, U15)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India-First Localization &amp; Voice-to-Website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Native Indic script generation, regional payment integrations, and hands-free voice prompt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01  |  INDIC LOCALIZATION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Multi-Lingual Generation (U14)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Complete website compilation in English, Telugu (తెలుగు), and Hindi (हिन्दी) with native typography fallbacks.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02  |  VOICE INPUT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Voice-to-Website Input (U15)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Web Speech API integration enables voice prompt dictation in Telugu and English for seamless non-keyboard onboarding.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59E0B"/>
                </a:solidFill>
              </a:defRPr>
            </a:pPr>
            <a:r>
              <a:t>03  |  COMMERCE INTEGRATION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UPI &amp; WhatsApp Integration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Renders working UPI QR payment codes with INR currency formatting and 1-click WhatsApp customer support action buttons.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COMPLIANCE &amp; SECURITY (METRICS U7, U17, U18)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Built-In SEO Package, Accessibility &amp; Security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Production-grade search visibility, WCAG 2.2 AA accessibility, and security scanning out of the box.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01  |  SEARCH ENGINE READY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Automated SEO Suite (U17)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Auto-generates sitemap.xml, robots.txt, dynamic OpenGraph meta tags, and Schema.org JSON-LD structured data for rich snippets.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02  |  WCAG 2.2 AA AUDIT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Accessibility Scanner (U18)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Audits image alt text, keyboard tab indexing, skip-to-content links, and ARIA labels with automatic baseline fixes.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43F5E"/>
                </a:solidFill>
              </a:defRPr>
            </a:pPr>
            <a:r>
              <a:t>03  |  SECURITY HARDENING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Honest Security Scanner (U7)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Scans for inline XSS vulnerabilities, untrusted third-party script CDN tags, and enforces Content Security Policy (CSP) headers.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PROJECT MANAGEMENT (METRICS U5, U9, U12)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Project Dashboard, Real-time Inbox &amp; Version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Complete lifecycle management from initial generation to continuous maintenance.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366F1"/>
                </a:solidFill>
              </a:defRPr>
            </a:pPr>
            <a:r>
              <a:t>01  |  MONITORING DASHBOARD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Project Insights Hub (U9)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Centralized dashboard displaying verification pass rates, edit counts, responsive health scores, and project configurations.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02  |  VERSION TIMELINE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1-Click Version Rollback (U5)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Maintains an immutable timeline of site revisions (v1, v2, v3...). Instant 1-click rollback if an experiment is rejected.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03  |  LEAD CAPTURE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Live Form Submissions Inbox (U12)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Real-time inbox logging user contact forms and booking requests directly in the dashboard without third-party email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ARCHITECTURE &amp; COST (FREE-TIER STACK)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100% Free-Tier Architecture &amp; Zero Operating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Engineered for maximum performance and complete zero-credit-card accessibility.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01  |  MODERN APPLICATION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Next.js 15 &amp; Tailwind CSS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Built on React 19, TypeScript, Lucide Icons, and Next.js App Router for serverless streaming and lightning-fast rendering.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59E0B"/>
                </a:solidFill>
              </a:defRPr>
            </a:pPr>
            <a:r>
              <a:t>02  |  FREE-TIER AI ENGINE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Groq Llama-3.3-70B &amp; Tavily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Utilizes free-tier Groq API for sub-second LLM inference, OpenRouter fallback, and Tavily free search with zero credit card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03  |  AUTOMATION SUITE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Playwright &amp; FFmpeg Pipeline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Headless Chromium automated crawl test runner and FFmpeg media pipeline for automated demonstration video production.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A26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• FINAL DELIVERABLE (METRICS U10, U19)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Conclusion, Offline ZIP Export &amp; Live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100% code ownership with zero vendor lock-in and instant multi-cloud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399"/>
            <a:ext cx="296265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01  |  100% CODE OWNERSHIP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No Vendor Lock-in (U10)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Download standalone ZIP packages containing standard HTML5, CSS3, JS, and JSON spec files that run anywhere without subscriptions.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57399"/>
            <a:ext cx="2962656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6B6D4"/>
                </a:solidFill>
              </a:defRPr>
            </a:pPr>
            <a:r>
              <a:t>02  |  FREE CLOUD DEPLOY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Free Hosting Deploy Kit (U19)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Includes automated 1-click deployment instructions for Vercel, Netlify, Cloudflare Pages, and GitHub Pages free hosting.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28416" cy="42519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057399"/>
            <a:ext cx="2962656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79"/>
            <a:ext cx="28712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366F1"/>
                </a:solidFill>
              </a:defRPr>
            </a:pPr>
            <a:r>
              <a:t>03  |  THANK YOU</a:t>
            </a:r>
          </a:p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Live Demonstration &amp; Q&amp;A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Experience our live interactive studio and automated 2-minute demo video. Thank you for your time and feedback!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SiteForge v2.4  |  Autonomous Verified AI Website Builder  |  Playwright Verified  |  Zero Lock-in 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